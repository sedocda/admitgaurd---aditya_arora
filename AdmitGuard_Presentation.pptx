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2" r:id="rId6"/>
    <p:sldId id="259" r:id="rId7"/>
    <p:sldId id="260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4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arora" userId="e2b785641de4c790" providerId="LiveId" clId="{9196F5AD-4960-46BF-9008-8BF598AD7F03}"/>
    <pc:docChg chg="delSld modSld sldOrd">
      <pc:chgData name="Aditya arora" userId="e2b785641de4c790" providerId="LiveId" clId="{9196F5AD-4960-46BF-9008-8BF598AD7F03}" dt="2026-02-28T06:35:44.511" v="22"/>
      <pc:docMkLst>
        <pc:docMk/>
      </pc:docMkLst>
      <pc:sldChg chg="ord">
        <pc:chgData name="Aditya arora" userId="e2b785641de4c790" providerId="LiveId" clId="{9196F5AD-4960-46BF-9008-8BF598AD7F03}" dt="2026-02-28T06:35:44.511" v="22"/>
        <pc:sldMkLst>
          <pc:docMk/>
          <pc:sldMk cId="0" sldId="256"/>
        </pc:sldMkLst>
      </pc:sldChg>
      <pc:sldChg chg="ord">
        <pc:chgData name="Aditya arora" userId="e2b785641de4c790" providerId="LiveId" clId="{9196F5AD-4960-46BF-9008-8BF598AD7F03}" dt="2026-02-27T18:17:13.072" v="18"/>
        <pc:sldMkLst>
          <pc:docMk/>
          <pc:sldMk cId="0" sldId="258"/>
        </pc:sldMkLst>
      </pc:sldChg>
      <pc:sldChg chg="modSp mod">
        <pc:chgData name="Aditya arora" userId="e2b785641de4c790" providerId="LiveId" clId="{9196F5AD-4960-46BF-9008-8BF598AD7F03}" dt="2026-02-27T16:39:51.570" v="14" actId="20577"/>
        <pc:sldMkLst>
          <pc:docMk/>
          <pc:sldMk cId="0" sldId="259"/>
        </pc:sldMkLst>
        <pc:spChg chg="mod">
          <ac:chgData name="Aditya arora" userId="e2b785641de4c790" providerId="LiveId" clId="{9196F5AD-4960-46BF-9008-8BF598AD7F03}" dt="2026-02-27T16:39:45.979" v="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ditya arora" userId="e2b785641de4c790" providerId="LiveId" clId="{9196F5AD-4960-46BF-9008-8BF598AD7F03}" dt="2026-02-27T16:39:51.570" v="14" actId="20577"/>
          <ac:spMkLst>
            <pc:docMk/>
            <pc:sldMk cId="0" sldId="259"/>
            <ac:spMk id="4" creationId="{00000000-0000-0000-0000-000000000000}"/>
          </ac:spMkLst>
        </pc:spChg>
      </pc:sldChg>
      <pc:sldChg chg="del">
        <pc:chgData name="Aditya arora" userId="e2b785641de4c790" providerId="LiveId" clId="{9196F5AD-4960-46BF-9008-8BF598AD7F03}" dt="2026-02-27T16:39:15.562" v="2" actId="47"/>
        <pc:sldMkLst>
          <pc:docMk/>
          <pc:sldMk cId="0" sldId="261"/>
        </pc:sldMkLst>
      </pc:sldChg>
      <pc:sldChg chg="ord">
        <pc:chgData name="Aditya arora" userId="e2b785641de4c790" providerId="LiveId" clId="{9196F5AD-4960-46BF-9008-8BF598AD7F03}" dt="2026-02-28T03:46:09.306" v="20"/>
        <pc:sldMkLst>
          <pc:docMk/>
          <pc:sldMk cId="0" sldId="262"/>
        </pc:sldMkLst>
      </pc:sldChg>
      <pc:sldChg chg="ord">
        <pc:chgData name="Aditya arora" userId="e2b785641de4c790" providerId="LiveId" clId="{9196F5AD-4960-46BF-9008-8BF598AD7F03}" dt="2026-02-27T18:17:09.600" v="16"/>
        <pc:sldMkLst>
          <pc:docMk/>
          <pc:sldMk cId="3337007438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083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A7703-9FC9-5995-E3CF-C11A86EA8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A7FF5-B3F0-8C72-CACD-81EF3F262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58BCE-6C54-D011-A3DE-ED11A274F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F787B-841B-0751-CDCC-4A1E3C6D0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25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dmit-gaurd-aditya-arora.vercel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Admit</a:t>
            </a:r>
            <a:r>
              <a:rPr lang="en-US" sz="5600" b="1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Data Validation &amp; Compliance System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971800"/>
            <a:ext cx="4754880" cy="384048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71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8BFA"/>
                </a:solidFill>
              </a:rPr>
              <a:t>Zero tolerance for bad data. Zero friction for good candidates.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PG Diploma in AI-ML &amp; Agentic AI Engineering  •  IIT Gandhinagar  •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Validation at Entry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 entered into Google Sheets with no restrictions. Anyone can type anything.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Eligibility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IIT-specific rules on CGPA, work experience, age, documents staff unaware of every rule.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Too Late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Ineligible candidates reach document verification after interview panel time is invested.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11480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 Audit Trail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2461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approved informally. No documentation. No accountability.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1F0A0A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CA5A5"/>
                </a:solidFill>
              </a:rPr>
              <a:t>Impact: Wasted counselor hours  •  Candidate experience damage  •  Compliance risk with IIT/IIM partners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 — AdmitGuard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eligibility rules enforced as operator fills the form. Wrong data blocked instantly.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+ Soft Rules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blocks for non-negotiable rules. Exception toggles for borderline cases.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5156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Exceptions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override requires a rationale with approved keywords. Nothing bypassed silently.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saved with timestamp, exception details, and flag status.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4320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7432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Rules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rules in one JSON object. Update thresholds without touching any code.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74320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Zero Infrastructure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file. Runs in browser. No server, no database, no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B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8CE6B-5E05-9CD8-C54D-6A4600CDD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312F14-ECE6-2F36-3C01-5CC24ACAE7FB}"/>
              </a:ext>
            </a:extLst>
          </p:cNvPr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07E599-ECC0-78AF-337E-AA21E6100FDB}"/>
              </a:ext>
            </a:extLst>
          </p:cNvPr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63D41A-DA12-6B8A-D87B-0B79A7F83617}"/>
              </a:ext>
            </a:extLst>
          </p:cNvPr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11E32C-EB71-3908-FB73-37E5BDD8B536}"/>
              </a:ext>
            </a:extLst>
          </p:cNvPr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E50AEA-4F4F-7F2E-416D-C1E25E7B927C}"/>
              </a:ext>
            </a:extLst>
          </p:cNvPr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2B9738-A4ED-96BB-0E0B-4B6C4AFAC16A}"/>
              </a:ext>
            </a:extLst>
          </p:cNvPr>
          <p:cNvSpPr/>
          <p:nvPr/>
        </p:nvSpPr>
        <p:spPr>
          <a:xfrm>
            <a:off x="1371600" y="2971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146450-F5F0-DF5F-474C-CC2E6B0A6CC4}"/>
              </a:ext>
            </a:extLst>
          </p:cNvPr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2572AE-D0B6-EB8B-BF92-E4657C2A1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723"/>
            <a:ext cx="9144000" cy="436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0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 COVERAGE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7315200" cy="395020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Form-based data entry (11 fields)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field-level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rules block submission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rule exception toggle + 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 keyword + length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count computed &amp; displayed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success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07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Config-driven rules (JSON object)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with timestamps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EE7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— stats &amp; 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to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to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to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/ Dark mode toggle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CD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to Have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ENGINE — 12 Rules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5661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STRICT RULES (7)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Status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Number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 Logic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3566160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SOFT RULES (4)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(age 18–35)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Year (2015–25)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(≥60% or ≥6.0 CGPA)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Score (≥40)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3017520"/>
            <a:ext cx="2468880" cy="1371600"/>
          </a:xfrm>
          <a:prstGeom prst="rect">
            <a:avLst/>
          </a:prstGeom>
          <a:solidFill>
            <a:srgbClr val="251A00"/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090672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requires: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≥ 30 characters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Keyword: 'approved by' / 'special case' / 'documentation pending' / 'waiver granted'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743200" cy="3566160"/>
          </a:xfrm>
          <a:prstGeom prst="rect">
            <a:avLst/>
          </a:prstGeom>
          <a:solidFill>
            <a:srgbClr val="080B1A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SYSTEM RULE (1)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Auto-computed. Not editable.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2468880" cy="914400"/>
          </a:xfrm>
          <a:prstGeom prst="rect">
            <a:avLst/>
          </a:prstGeom>
          <a:solidFill>
            <a:srgbClr val="150A2A"/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</a:rPr>
              <a:t>If exceptions &gt;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</a:rPr>
              <a:t>on one candidate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</a:rPr>
              <a:t>→ Flag for Manager Review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05156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54480" y="148132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Opens 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105156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48132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11 Fields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69080" y="105156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0" y="148132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Validation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1051560"/>
            <a:ext cx="914400" cy="914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66560" y="1481328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Toggle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43800" y="1051560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1051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Save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011680" cy="201168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34640"/>
            <a:ext cx="201168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Strict</a:t>
            </a:r>
            <a:r>
              <a:rPr lang="en-US" sz="1000" b="1" dirty="0">
                <a:solidFill>
                  <a:srgbClr val="FFFFFF"/>
                </a:solidFill>
              </a:rPr>
              <a:t> Violation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246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error shown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blocked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override possible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23160" y="2834640"/>
            <a:ext cx="2011680" cy="2011680"/>
          </a:xfrm>
          <a:prstGeom prst="rect">
            <a:avLst/>
          </a:prstGeom>
          <a:solidFill>
            <a:srgbClr val="1A1200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423160" y="2834640"/>
            <a:ext cx="201168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 Violation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14600" y="3246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warning shown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toggle appears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required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834640"/>
            <a:ext cx="2011680" cy="2011680"/>
          </a:xfrm>
          <a:prstGeom prst="rect">
            <a:avLst/>
          </a:prstGeom>
          <a:solidFill>
            <a:srgbClr val="0D0A1A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834640"/>
            <a:ext cx="2011680" cy="3291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Exception Granted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3246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validated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≥30 chars + keyword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accepted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20840" y="2834640"/>
            <a:ext cx="2011680" cy="2011680"/>
          </a:xfrm>
          <a:prstGeom prst="rect">
            <a:avLst/>
          </a:prstGeom>
          <a:solidFill>
            <a:srgbClr val="041A0E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20840" y="2834640"/>
            <a:ext cx="201168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2834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Clean Submission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32461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pass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 to storage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updated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0"/>
            <a:ext cx="7315200" cy="7315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2 days.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Solves a real problem.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</a:t>
            </a:r>
            <a:r>
              <a:rPr lang="en-US" sz="3800" b="1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</a:t>
            </a:r>
            <a:r>
              <a:rPr lang="en-US" sz="3800" b="1" i="1" dirty="0">
                <a:solidFill>
                  <a:srgbClr val="6B4AB3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scale</a:t>
            </a:r>
            <a:r>
              <a:rPr lang="en-US" sz="3800" b="1" i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85800" y="3474720"/>
            <a:ext cx="2286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Enforced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3474720"/>
            <a:ext cx="2286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756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Built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0" y="3474720"/>
            <a:ext cx="22860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3493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989320" y="3858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Required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PG Diploma in AI-ML &amp; Agentic AI Engineering  •  Week 1 Vibe Coding Project  •  IIT Gandhinagar  •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563</Words>
  <Application>Microsoft Office PowerPoint</Application>
  <PresentationFormat>On-screen Show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AdmitGuard</dc:title>
  <dc:subject>PptxGenJS Presentation</dc:subject>
  <dc:creator>PptxGenJS</dc:creator>
  <cp:lastModifiedBy>Aditya arora</cp:lastModifiedBy>
  <cp:revision>2</cp:revision>
  <dcterms:created xsi:type="dcterms:W3CDTF">2026-02-27T13:59:06Z</dcterms:created>
  <dcterms:modified xsi:type="dcterms:W3CDTF">2026-02-28T06:35:54Z</dcterms:modified>
</cp:coreProperties>
</file>